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 sec): 'Sales calls are regulated. Before a sale goes to the retailer, someone has to be sure the agent said the right things. We built a gate that scores every sale from the call itself and gives one of three outcomes.'
KEY LINE to repeat all talk: the model helps read, the code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Start with the cost asymmetry. A false pass (approve a bad sale) is far worse than a false hold. Everything in the design follows from that. If asked 'why not just use ChatGPT?', jump to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Walk left to right in one breath. Then point at the three cards: evidence, immutability, human control. These are the three things auditors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Read it as three columns: what the user touches (left), the scoring engine (middle), what is stored (right).
Point at the purple box: the LLM is one small box and it feeds an evaluator, not the gate. The green box is plain code.
Adding a check = adding a database row with a method (verbatim/factual/behaviour/semantic) and a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Three of the four methods are pure code. Say the ratio out loud: most checks are deterministic.
The engine always does locate -&gt; extract -&gt; validate: find the relevant lines, read the value, compare against the record. The record (CRM / rate card by call date) is the truth, never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Read the ladder top to bottom; stop at the first rule that matches.
Important nuance if asked: a check that errors sends the sale to review even if it looks clean. That is deliberate: 'a failed execution never approves'. It is a policy choice that can be relaxed later.
Hold = something is wrong. Human review = we cannot tell.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DEFENCE SLIDE.
1) Rates, emails, NMI, disclosures have exact answers, so use exact code. A model adds risk and no value.
2) Rapport and objection handling have no exact answer, so a model is the right tool, but they are non-critical and cannot approve or hold a sale alone.
3) LLM is not a fallback: a deterministic FAIL is never re-asked to a model 'to see if it changes its mind'.
If challenged: 'Which errors can a model make that code cannot? Confident wrong answers, and different answers on different days.'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Pick 2-3 to explain in detail rather than reading all eight. Good ones: 'off-peak vs peak' (a real bug we hit), hedged values, and conflicting values.
Every guard is a unit test in tests/test_false_pass_guards.py. All of them push toward UNCERTAIN or FAIL, never toward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Dual-channel is the trick: it is deterministic diarization. No model has to guess who is speaking.
Be honest: live Whisper can drop decimals or merge turns on fast speech. Every error we saw moved a sale to a MORE cautious gate, never toward approved.
We tried a Whisper prompt hint and removed it because it leaked its own words into the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This is the 'enterprise' slide. Auditors care about: which rules applied, what evidence, who changed what.
SQLite is used only by tests; the running app uses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Use the 'Demo embedded transcript' provider for a guaranteed run, and mention Groq Whisper as the live option.
Suggested order: 01 (approved) -&gt; 02 (hold, show evidence + audio jump) -&gt; 06 (human review, explain why uncertainty is not a pass).
The form is prefilled from the 'Fill sample details' dropdown; you can edit any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Say 'the call did not change, the record did'. Then point to the run comparison: it shows which check flipped from FAIL to PASS.
The Demo data page only exists when DEMO_MODE=true and only allows edits to a whitelist of tables (leads, rate cards, transcript segments).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One sentence per row. Why each: FastAPI+Pydantic for typed contracts; Alembic for repeatable schema; PostgreSQL for JSONB and real concurrency; Groq for speed and a free tier; React+TS for a typed UI.
Secrets live in backend/.env which is git-ignored.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Say the limitation before anyone asks. It builds trust. The key sentence: 'Errors move sales toward hold or review, never toward approval.'
The one thing ASR cannot rule out is a mis-heard figure that equals the CRM value, which is why every check links to the exact audio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Repeat the three points, then take questions. Have docs/ARCHITECTURE_AND_INTERVIEW_PREP.md open for detailed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CIMET QA GATE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sale before it ships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QA of sales calls with a deterministic gate. The language model helps read the call. It never decides the outcome.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47548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47548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 w="6350">
            <a:solidFill>
              <a:srgbClr val="E0A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  →  transcript  →  checks  →  gate  → 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QA gate, and why it must be conservative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approval is expensive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approved with a wrong rate, a missing disclosure or an unmuted payment reading creates compliance and customer harm. Missing a good sale is cheap by comparison.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does not scale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listen to calls and compare against the CRM by hand. It is slow, inconsistent and hard to audit afterwards.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LLM verdict is unsafe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sound confident and be wrong. It is not repeatable, and nobody can defend 'the AI said pass' to an auditor.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100816" cy="173736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a false pass at any cost. When the system is unsure it says so and sends the sale to a human. It would rather hold a good sale than approve a bad one.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system in one 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call recording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32888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43784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16936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or offline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28032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38928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transcript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+ timestamp +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23176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34072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07224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data-driven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8320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29216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stored in PostgreSQL  →  reviewer queue  →  human override  →  full audit trail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has evidence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points to the exact transcript lines and the moment in the audio.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immutable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re-score creates a new run. Old results are never edited, so history is trustworthy.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83296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66176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charge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need a reason code and keep the original machine result visible.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3736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9260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validation, 503 on DB down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560320"/>
            <a:ext cx="0" cy="36576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41148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11480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/ embedded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749040"/>
            <a:ext cx="0" cy="36576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91840" y="17373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E8F4F6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22860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lines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5780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30952" y="22860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value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95160" y="2286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68312" y="228600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records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670048"/>
            <a:ext cx="2743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2670048"/>
            <a:ext cx="2743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20440" y="33375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93592" y="333756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/ factual / behaviour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337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6B5BD2"/>
          </a:solidFill>
          <a:ln w="6350">
            <a:solidFill>
              <a:srgbClr val="6B5B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333756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soft checks only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3063240"/>
            <a:ext cx="0" cy="27432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97880" y="3721608"/>
            <a:ext cx="2743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520440" y="425196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93592" y="4251960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policy (pure code)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0" cy="13716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43200" y="333756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743200" y="452628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61120" y="173736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34272" y="1737360"/>
            <a:ext cx="2551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transcripts, runs, results, audit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961120" y="29718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34272" y="2971800"/>
            <a:ext cx="2551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(S3-ready interface)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961120" y="42062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34272" y="42062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 the DB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data, versioned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412480" y="224028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743200" y="214884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API → services → repositories → models. The checklist lives in the database, so a new rule is a row, not a code change.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are data, evaluated by method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say the required words?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 disclosure, recording notice, cooling-off period. Exact phrase matching, tolerant of speech-to-text spacing.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9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what was said match the record?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NMI, date of birth, address, rates, move-in date, concession, gift card. Compared with the CRM and rate card.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call go?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air, interruptions, payment recording muted. Measured from timestamps, not opinion.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42832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6B5BD2"/>
          </a:solidFill>
          <a:ln w="6350">
            <a:solidFill>
              <a:srgbClr val="6B5B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25712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(LLM)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judgement only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and objection handling. Non-critical, and asked only when needed.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returns PASS, FAIL, UNCERTAIN or NOT_APPLICABLE, with the quoted lines and the audio time as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is a short, readable ladder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failed to run (error / incomplete)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0" y="1764792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 w="6350">
            <a:solidFill>
              <a:srgbClr val="E0A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4144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check FAILS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25146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912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check is UNCERTAIN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0" y="32644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 w="6350">
            <a:solidFill>
              <a:srgbClr val="E0A1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4106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blocking non-critical check FAILS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0" y="4014216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40142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6908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above applies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15200" y="4764024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4764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09760" y="1691640"/>
            <a:ext cx="2148840" cy="365760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separate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24028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 score (0-100) measures quality. It never overrides the gate. A 95 can still be a HOLD.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69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matching rule wins. Uncertainty never approves.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DETERMINISTIC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language model is used, and where it is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(critical checks)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same call, same answer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quote + rule + record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260+ automated tests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cost, no rate limit, works offline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 here is final: it never goes to a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(2 non-critical checks)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rapport and objection handling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check runs only if a concern was raised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lines it needs, may cite only those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with no valid citation becomes UNCERTAIN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with an 'LLM' badge in the UI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an evidence interpreter, not a judge. It is not a fallback either: it handles judgement calls that have no exact answer.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 against a false pass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keywords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'peak rate' never matches inside 'off-peak rate'.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9280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190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required for rates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numbers with cents, $ or kWh count. 'for' is never read as 4.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8163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Hedged means unverified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'around 33', 'between 33 and 34' → UNCERTAIN, even if the right number appears.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99008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8163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escalate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rates in one call → UNCERTAIN, never the first match.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9136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record = unsure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authoritative value to compare → UNCERTAIN.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08736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39136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is not a pass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ASR confidence on a critical check → UNCERTAIN.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18464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0109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must be real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lines must be ones shown to the model.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493776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518464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50109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the next turn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and answer read together, wrong answers still FAIL.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audio to a trustworthy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WAV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left, customer right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35808" y="224028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6704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each channel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Whisper, word times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33872" y="224028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44768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 the 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speech (VAD)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31936" y="224028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42832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15984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transcript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start, end, text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Speakers, no guessing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is one person, so who spoke is measured, not inferred. Speaker 2 is the agent and Speaker 1 is the customer. Mono audio comes back UNKNOWN and speaker checks turn UNCERTAIN.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15968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98848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you can click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37490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times drift, so lines are clamped to where speech was measured. Every check shows its audio time and the player can jump there.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83296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66176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mode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37490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demo recordings carry their own transcript inside the WAV. The demo works with no network and always gives the intended result.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IMMUTABILITY, AUDIT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built into the data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versioning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versioned. The version used depends on the call date, so an old call is judged by the rules that applied then.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scoring runs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Re-scoring creates a new run. Old runs and their evidence stay exactly as they were.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keep the original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overrides with a reason code. The machine result stays visible next to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overrides, transcription and demo-data edits are all logged with who, what and when.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40233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sources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come from the rate card in force on the call date. Lead data comes from the CRM record.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83296" y="40233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already removed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transcript had no PII. Demo values are synthetic and the API key is never committed.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call recording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canonical, timestamped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60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details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form, sample values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Score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PostgreSQL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32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evidence + audio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 from real recordings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937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clean call, 10 objection handled.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15968" y="4389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98848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498848" y="4937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wrong rate, 03 no disclaimer, 04 email mismatch, 08 payment not muted.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83296" y="4389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66176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4937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rate corrected, 06 life support unclear, 07 hedged rate.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Rescore demo: HOLD becomes APPROVED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288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HOLD sale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 wrong peak 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8288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rate card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page, audited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18288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run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52560" y="18288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25712" y="182880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 shows the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44368" y="2377440"/>
            <a:ext cx="420624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79008" y="2377440"/>
            <a:ext cx="420624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13648" y="2377440"/>
            <a:ext cx="420624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747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2336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reacts to the data, not to a story. Change the authoritative rate and the same call now passes. Nothing was hand-picked.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3611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02336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HOLD run is untouched. Both runs remain in history, and the edit is in the audit log. Reset restores the seed data.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FastAPI, Pydantic v2, SQLAlchemy 2, Alembic (migrations), pytest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288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31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in Docker (port 5433). SQLite for tests only.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918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94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Vite, React Router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2918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6B5BD2"/>
          </a:solidFill>
          <a:ln w="6350">
            <a:solidFill>
              <a:srgbClr val="6B5B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794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Groq: gpt-oss-120b (2 soft checks), Whisper large-v3-turbo (speech to text)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75488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audio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2578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speech synthesis (SAPI voices), stereo mixing, embedded transcript in WAV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75488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2578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260+ tests, deterministic evaluators, false-pass guard suite, scenario tests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verified, and what we are honest about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46704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46704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calls hit the intended gate offline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4768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use an LLM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42832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42832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79992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decided by a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66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we state up front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776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speech recognition can lose decimals or merge turns on fast speech; every error we saw made the gate MORE cautious.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audio gives UNKNOWN speakers.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 is rate limited.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audio generation needs Windows.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566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9776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Audio-level checks for mis-heard figures (second recogniser or human spot check).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roles for reviewers.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CIMET adapters for the real CRM, checklist and transcript schema.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model tier for bulk scoring.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sale before it ships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gate, explainable evidence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default: uncertainty goes to a human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override and edit is auditable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CIMET QA Gate - Score the Sale Before It Ships</dc:title>
  <dc:subject>PptxGenJS Presentation</dc:subject>
  <dc:creator>PptxGenJS</dc:creator>
  <cp:lastModifiedBy>PptxGenJS</cp:lastModifiedBy>
  <cp:revision>1</cp:revision>
  <dcterms:created xsi:type="dcterms:W3CDTF">2026-09-19T09:43:27Z</dcterms:created>
  <dcterms:modified xsi:type="dcterms:W3CDTF">2026-09-19T09:43:27Z</dcterms:modified>
</cp:coreProperties>
</file>