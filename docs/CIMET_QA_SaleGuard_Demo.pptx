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(20 sec): 'Sales calls are regulated. Before a sale goes to the retailer, someone has to be sure the agent said the right things. We built a gate that scores every sale from the call itself and gives one of three outcomes.'
KEY LINE to repeat all talk: the model helps read, the code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HINT: Start with the cost asymmetry. A false pass (approve a bad sale) is far worse than a false hold. Everything in the design follows from that. If asked 'why not just use ChatGPT?', jump to slide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HINT: Walk left to right in one breath. Then point at the three cards: evidence, immutability, human control. These are the three things auditors ask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HINT: Read it as three columns: what the user touches (left), the scoring engine (middle), what is stored (right).
Point at the purple box: the LLM is one small box and it feeds an evaluator, not the gate. The green box is plain code.
Adding a check = adding a database row with a method (verbatim/factual/behaviour/semantic) and a config.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HINT: Three of the four methods are pure code. Say the ratio out loud: most checks are deterministic.
The engine always does locate -&gt; extract -&gt; validate: find the relevant lines, read the value, compare against the record. The record (CRM / rate card by call date) is the truth, never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HINT: Read the ladder top to bottom; stop at the first rule that matches.
Important nuance if asked: a check that errors sends the sale to review even if it looks clean. That is deliberate: 'a failed execution never approves'. It is a policy choice that can be relaxed later.
Hold = something is wrong. Human review = we cannot tell.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DEFENCE SLIDE.
1) Rates, emails, NMI, disclosures have exact answers, so use exact code. A model adds risk and no value.
2) Rapport and objection handling have no exact answer, so a model is the right tool, but they are non-critical and cannot approve or hold a sale alone.
3) LLM is not a fallback: a deterministic FAIL is never re-asked to a model 'to see if it changes its mind'.
If challenged: 'Which errors can a model make that code cannot? Confident wrong answers, and different answers on different days.'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HINT: Pick 2-3 to explain in detail rather than reading all eight. Good ones: 'off-peak vs peak' (a real bug we hit), hedged values, and conflicting values.
Every guard is a unit test in tests/test_false_pass_guards.py. All of them push toward UNCERTAIN or FAIL, never toward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HINT: Dual-channel is the trick: it is deterministic diarization. No model has to guess who is speaking.
Be honest: live Whisper can drop decimals or merge turns on fast speech. Every error we saw moved a sale to a MORE cautious gate, never toward approved.
We tried a Whisper prompt hint and removed it because it leaked its own words into the transcript.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HINT: This is the 'enterprise' slide. Auditors care about: which rules applied, what evidence, who changed what.
SQLite is used only by tests; the running app uses PostgreSQL.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Use the 'Demo embedded transcript' provider for a guaranteed run, and mention Groq Whisper as the live option.
Suggested order: 01 (approved) -&gt; 02 (hold, show evidence + audio jump) -&gt; 06 (human review, explain why uncertainty is not a pass).
The form is prefilled from the 'Fill sample details' dropdown; you can edit any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HINT: Say 'the call did not change, the record did'. Then point to the run comparison: it shows which check flipped from FAIL to PASS.
The Demo data page only exists when DEMO_MODE=true and only allows edits to a whitelist of tables (leads, rate cards, transcript segments).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HINT: One sentence per row. Why each: FastAPI+Pydantic for typed contracts; Alembic for repeatable schema; PostgreSQL for JSONB and real concurrency; Groq for speed and a free tier; React+TS for a typed UI.
Secrets live in backend/.env which is git-ignored.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HINT: Say the limitation before anyone asks. It builds trust. The key sentence: 'Errors move sales toward hold or review, never toward approval.'
The one thing ASR cannot rule out is a mis-heard figure that equals the CRM value, which is why every check links to the exact audio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Repeat the three points, then take questions. Have docs/ARCHITECTURE_AND_INTERVIEW_PREP.md open for detailed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CIMET QA SALEGUARD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91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the sale before it ships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1089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QA of sales calls with a deterministic gate. The language model helps read the call. It never decides the outcome.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2E9E6B"/>
          </a:solidFill>
          <a:ln w="6350">
            <a:solidFill>
              <a:srgbClr val="2E9E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754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51760" y="475488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C8423B"/>
          </a:solidFill>
          <a:ln w="6350">
            <a:solidFill>
              <a:srgbClr val="C842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4754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47548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E0A100"/>
          </a:solidFill>
          <a:ln w="6350">
            <a:solidFill>
              <a:srgbClr val="E0A1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4754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in  →  transcript  →  checks  →  gate  →  audit trail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QA gate, and why it must be conservative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approval is expensive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sale approved with a wrong rate, a missing disclosure or an unmuted payment reading creates compliance and customer harm. Missing a good sale is cheap by comparison.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5968" y="16459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98848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 does not scale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498848" y="219456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listen to calls and compare against the CRM by hand. It is slow, inconsistent and hard to audit afterwards.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83296" y="16459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66176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pure LLM verdict is unsafe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66176" y="219456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can sound confident and be wrong. It is not repeatable, and nobody can defend 'the AI said pass' to an auditor.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100816" cy="1737360"/>
          </a:xfrm>
          <a:prstGeom prst="roundRect">
            <a:avLst>
              <a:gd name="adj" fmla="val 4211"/>
            </a:avLst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709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 a false pass at any cost. When the system is unsure it says so and sends the sale to a human. It would rather hold a good sale than approve a bad one.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system in one 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1F3158"/>
          </a:solidFill>
          <a:ln w="6350">
            <a:solidFill>
              <a:srgbClr val="1F315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2194560"/>
            <a:ext cx="1819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 call recording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32888" y="2788920"/>
            <a:ext cx="292608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43784" y="21945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0B7A85"/>
          </a:solidFill>
          <a:ln w="6350">
            <a:solidFill>
              <a:srgbClr val="0B7A8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16936" y="2194560"/>
            <a:ext cx="1819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Whisper or offline demo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28032" y="2788920"/>
            <a:ext cx="292608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38928" y="21945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0B7A85"/>
          </a:solidFill>
          <a:ln w="6350">
            <a:solidFill>
              <a:srgbClr val="0B7A8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2194560"/>
            <a:ext cx="1819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transcript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+ timestamp + text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23176" y="2788920"/>
            <a:ext cx="292608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34072" y="21945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1F3158"/>
          </a:solidFill>
          <a:ln w="6350">
            <a:solidFill>
              <a:srgbClr val="1F315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07224" y="2194560"/>
            <a:ext cx="1819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 data-driven rules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418320" y="2788920"/>
            <a:ext cx="292608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729216" y="21945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2E9E6B"/>
          </a:solidFill>
          <a:ln w="6350">
            <a:solidFill>
              <a:srgbClr val="2E9E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02368" y="2194560"/>
            <a:ext cx="1819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code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840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stored in PostgreSQL  →  reviewer queue  →  human override  →  full audit trail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709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has evidence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1206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check points to the exact transcript lines and the moment in the audio.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15968" y="45720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98848" y="4709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is immutable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498848" y="51206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re-score creates a new run. Old results are never edited, so history is trustworthy.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83296" y="45720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66176" y="4709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stay in charge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266176" y="51206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 need a reason code and keep the original machine result visible.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BUILT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1F3158"/>
          </a:solidFill>
          <a:ln w="6350">
            <a:solidFill>
              <a:srgbClr val="1F315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73736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TypeScript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92608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validation, 503 on DB down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45920" y="2560320"/>
            <a:ext cx="0" cy="36576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411480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0B7A85"/>
          </a:solidFill>
          <a:ln w="6350">
            <a:solidFill>
              <a:srgbClr val="0B7A8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411480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Whisper / embedded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45920" y="3749040"/>
            <a:ext cx="0" cy="36576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91840" y="173736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E8F4F6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1810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20440" y="228600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1F3158"/>
          </a:solidFill>
          <a:ln w="6350">
            <a:solidFill>
              <a:srgbClr val="1F315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93592" y="228600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relevant lines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257800" y="228600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1F3158"/>
          </a:solidFill>
          <a:ln w="6350">
            <a:solidFill>
              <a:srgbClr val="1F315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30952" y="228600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value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95160" y="228600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1F3158"/>
          </a:solidFill>
          <a:ln w="6350">
            <a:solidFill>
              <a:srgbClr val="1F315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68312" y="2286000"/>
            <a:ext cx="1088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records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83480" y="2670048"/>
            <a:ext cx="274320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720840" y="2670048"/>
            <a:ext cx="274320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520440" y="333756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0B7A85"/>
          </a:solidFill>
          <a:ln w="6350">
            <a:solidFill>
              <a:srgbClr val="0B7A8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93592" y="3337560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/ factual / behaviour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200" y="333756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6B5BD2"/>
          </a:solidFill>
          <a:ln w="6350">
            <a:solidFill>
              <a:srgbClr val="6B5B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45352" y="3337560"/>
            <a:ext cx="1911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interpreter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soft checks only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480560" y="3063240"/>
            <a:ext cx="0" cy="27432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897880" y="3721608"/>
            <a:ext cx="274320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520440" y="4251960"/>
            <a:ext cx="4709160" cy="548640"/>
          </a:xfrm>
          <a:prstGeom prst="roundRect">
            <a:avLst>
              <a:gd name="adj" fmla="val 13333"/>
            </a:avLst>
          </a:prstGeom>
          <a:solidFill>
            <a:srgbClr val="2E9E6B"/>
          </a:solidFill>
          <a:ln w="6350">
            <a:solidFill>
              <a:srgbClr val="2E9E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93592" y="4251960"/>
            <a:ext cx="4562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policy (pure code)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54880" y="4114800"/>
            <a:ext cx="0" cy="13716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743200" y="3337560"/>
            <a:ext cx="548640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743200" y="4526280"/>
            <a:ext cx="548640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961120" y="1737360"/>
            <a:ext cx="2697480" cy="1005840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034272" y="1737360"/>
            <a:ext cx="2551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leads, transcripts, runs, results, audit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961120" y="2971800"/>
            <a:ext cx="2697480" cy="1005840"/>
          </a:xfrm>
          <a:prstGeom prst="roundRect">
            <a:avLst>
              <a:gd name="adj" fmla="val 7273"/>
            </a:avLst>
          </a:prstGeom>
          <a:solidFill>
            <a:srgbClr val="1F3158"/>
          </a:solidFill>
          <a:ln w="6350">
            <a:solidFill>
              <a:srgbClr val="1F315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034272" y="2971800"/>
            <a:ext cx="2551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storage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files (S3-ready interface)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961120" y="420624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1F3158"/>
          </a:solidFill>
          <a:ln w="6350">
            <a:solidFill>
              <a:srgbClr val="1F315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034272" y="4206240"/>
            <a:ext cx="2551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in the DB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data, versioned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412480" y="2240280"/>
            <a:ext cx="548640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2743200" y="2148840"/>
            <a:ext cx="548640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API → services → repositories → models. The checklist lives in the database, so a new rule is a row, not a code change.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ENGINE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Checks are data, evaluated by method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2024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1F3158"/>
          </a:solidFill>
          <a:ln w="6350">
            <a:solidFill>
              <a:srgbClr val="1F31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agent say the required words?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461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DMO disclosure, recording notice, cooling-off period. Exact phrase matching, tolerant of speech-to-text spacing.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46704" y="173736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9584" y="192024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0B7A85"/>
          </a:solidFill>
          <a:ln w="6350">
            <a:solidFill>
              <a:srgbClr val="0B7A8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9584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29584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what was said match the record?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29584" y="32461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NMI, date of birth, address, rates, move-in date, concession, gift card. Compared with the CRM and rate card.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44768" y="173736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27648" y="192024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2E9E6B"/>
          </a:solidFill>
          <a:ln w="6350">
            <a:solidFill>
              <a:srgbClr val="2E9E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27648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the call go?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27648" y="32461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air, interruptions, payment recording muted. Measured from timestamps, not opinion.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42832" y="173736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25712" y="192024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6B5BD2"/>
          </a:solidFill>
          <a:ln w="6350">
            <a:solidFill>
              <a:srgbClr val="6B5BD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25712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(LLM)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125712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judgement only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125712" y="32461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and objection handling. Non-critical, and asked only when needed.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 returns PASS, FAIL, UNCERTAIN or NOT_APPLICABLE, with the quoted lines and the audio time as evidence.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POLICY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gate is a short, readable ladder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64792"/>
            <a:ext cx="457200" cy="457200"/>
          </a:xfrm>
          <a:prstGeom prst="ellipse">
            <a:avLst/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91640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 failed to run (error / incomplete)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0" y="1764792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E0A100"/>
          </a:solidFill>
          <a:ln w="6350">
            <a:solidFill>
              <a:srgbClr val="E0A1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0" y="17647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441448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critical check FAILS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0" y="251460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C8423B"/>
          </a:solidFill>
          <a:ln w="6350">
            <a:solidFill>
              <a:srgbClr val="C842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0" y="2514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64408"/>
            <a:ext cx="457200" cy="457200"/>
          </a:xfrm>
          <a:prstGeom prst="ellipse">
            <a:avLst/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191256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critical check is UNCERTAIN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315200" y="3264408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E0A100"/>
          </a:solidFill>
          <a:ln w="6350">
            <a:solidFill>
              <a:srgbClr val="E0A1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0" y="32644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014216"/>
            <a:ext cx="457200" cy="457200"/>
          </a:xfrm>
          <a:prstGeom prst="ellipse">
            <a:avLst/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941064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blocking non-critical check FAILS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315200" y="4014216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C8423B"/>
          </a:solidFill>
          <a:ln w="6350">
            <a:solidFill>
              <a:srgbClr val="C8423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0" y="401421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764024"/>
            <a:ext cx="457200" cy="457200"/>
          </a:xfrm>
          <a:prstGeom prst="ellipse">
            <a:avLst/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690872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above applies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7315200" y="4764024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2E9E6B"/>
          </a:solidFill>
          <a:ln w="6350">
            <a:solidFill>
              <a:srgbClr val="2E9E6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0" y="47640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509760" y="1691640"/>
            <a:ext cx="2148840" cy="365760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92640" y="1828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is separate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692640" y="2240280"/>
            <a:ext cx="17830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QA score (0-100) measures quality. It never overrides the gate. A 95 can still be a HOLD.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6692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B7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matching rule wins. Uncertainty never approves.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DETERMINISTIC FIRST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language model is used, and where it is not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code (critical checks)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Repeatable: same call, same answer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Explainable: quote + rule + record value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Testable: 260+ automated tests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token cost, no rate limit, works offline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 here is final: it never goes to a model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5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(2 non-critical checks)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8600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rapport and objection handling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check runs only if a concern was raised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only the lines it needs, may cite only those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 with no valid citation becomes UNCERTAIN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with an 'LLM' badge in the UI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21208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52120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is an evidence interpreter, not a judge. It is not a fallback either: it handles judgement calls that have no exact answer.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BY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Guards against a false pass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92808"/>
            <a:ext cx="457200" cy="457200"/>
          </a:xfrm>
          <a:prstGeom prst="ellipse">
            <a:avLst/>
          </a:prstGeom>
          <a:solidFill>
            <a:srgbClr val="0FA3B1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1907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Word-boundary keywords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'peak rate' never matches inside 'off-peak rate'.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892808"/>
            <a:ext cx="457200" cy="457200"/>
          </a:xfrm>
          <a:prstGeom prst="ellipse">
            <a:avLst/>
          </a:prstGeom>
          <a:solidFill>
            <a:srgbClr val="0FA3B1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71907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required for rates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numbers with cents, $ or kWh count. 'for' is never read as 4.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990088"/>
            <a:ext cx="457200" cy="457200"/>
          </a:xfrm>
          <a:prstGeom prst="ellipse">
            <a:avLst/>
          </a:prstGeom>
          <a:solidFill>
            <a:srgbClr val="0FA3B1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81635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Hedged means unverified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'around 33', 'between 33 and 34' → UNCERTAIN, even if the right number appears.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274320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2990088"/>
            <a:ext cx="457200" cy="457200"/>
          </a:xfrm>
          <a:prstGeom prst="ellipse">
            <a:avLst/>
          </a:prstGeom>
          <a:solidFill>
            <a:srgbClr val="0FA3B1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281635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escalate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rates in one call → UNCERTAIN, never the first match.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087368"/>
            <a:ext cx="457200" cy="457200"/>
          </a:xfrm>
          <a:prstGeom prst="ellipse">
            <a:avLst/>
          </a:prstGeom>
          <a:solidFill>
            <a:srgbClr val="0FA3B1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391363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record = unsure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authoritative value to compare → UNCERTAIN.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200" y="384048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4087368"/>
            <a:ext cx="457200" cy="457200"/>
          </a:xfrm>
          <a:prstGeom prst="ellipse">
            <a:avLst/>
          </a:prstGeom>
          <a:solidFill>
            <a:srgbClr val="0FA3B1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995160" y="391363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 is not a pass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ASR confidence on a critical check → UNCERTAIN.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93776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5184648"/>
            <a:ext cx="457200" cy="457200"/>
          </a:xfrm>
          <a:prstGeom prst="ellipse">
            <a:avLst/>
          </a:prstGeom>
          <a:solidFill>
            <a:srgbClr val="0FA3B1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5184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501091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must be real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lines must be ones shown to the model.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72200" y="493776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5080" y="5184648"/>
            <a:ext cx="457200" cy="457200"/>
          </a:xfrm>
          <a:prstGeom prst="ellipse">
            <a:avLst/>
          </a:prstGeom>
          <a:solidFill>
            <a:srgbClr val="0FA3B1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55080" y="5184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995160" y="501091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the next turn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and answer read together, wrong answers still FAIL.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TO 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audio to a trustworthy transcript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1F3158"/>
          </a:solidFill>
          <a:ln w="6350">
            <a:solidFill>
              <a:srgbClr val="1F315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737360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Dual-channel WAV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left, customer right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35808" y="2240280"/>
            <a:ext cx="292608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46704" y="173736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0B7A85"/>
          </a:solidFill>
          <a:ln w="6350">
            <a:solidFill>
              <a:srgbClr val="0B7A8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19856" y="1737360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 each channel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Whisper, word times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33872" y="2240280"/>
            <a:ext cx="292608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144768" y="173736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1F3158"/>
          </a:solidFill>
          <a:ln w="6350">
            <a:solidFill>
              <a:srgbClr val="1F315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737360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to the audio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real speech (VAD)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31936" y="2240280"/>
            <a:ext cx="292608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942832" y="173736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0B7A85"/>
          </a:solidFill>
          <a:ln w="6350">
            <a:solidFill>
              <a:srgbClr val="0B7A8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15984" y="1737360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transcript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speaker, start, end, text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Speakers, no guessing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749040"/>
            <a:ext cx="3200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channel is one person, so who spoke is measured, not inferred. Speaker 2 is the agent and Speaker 1 is the customer. Mono audio comes back UNKNOWN and speaker checks turn UNCERTAIN.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15968" y="320040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98848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you can click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498848" y="3749040"/>
            <a:ext cx="3200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times drift, so lines are clamped to where speech was measured. Every check shows its audio time and the player can jump there.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83296" y="320040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66176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demo mode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66176" y="3749040"/>
            <a:ext cx="3200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generated demo recordings carry their own transcript inside the WAV. The demo works with no network and always gives the intended result.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VERSIONING, IMMUTABILITY, AUDIT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built into the data model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versioning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versioned. The version used depends on the call date, so an old call is judged by the rules that applied then.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5968" y="16459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98848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scoring runs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498848" y="219456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Re-scoring creates a new run. Old runs and their evidence stay exactly as they were.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83296" y="16459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66176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 keep the original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66176" y="219456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overrides with a reason code. The machine result stays visible next to it.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events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5720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Scoring, overrides, transcription and demo-data edits are all logged with who, what and when.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15968" y="40233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98848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sources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498848" y="45720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come from the rate card in force on the call date. Lead data comes from the CRM record.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83296" y="40233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66176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already removed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66176" y="45720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 transcript had no PII. Demo values are synthetic and the API key is never committed.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SHOW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flow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8720" y="1737360"/>
            <a:ext cx="731520" cy="731520"/>
          </a:xfrm>
          <a:prstGeom prst="ellipse">
            <a:avLst/>
          </a:prstGeom>
          <a:solidFill>
            <a:srgbClr val="0FA3B1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Lead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71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call recording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720" y="1737360"/>
            <a:ext cx="731520" cy="731520"/>
          </a:xfrm>
          <a:prstGeom prst="ellipse">
            <a:avLst/>
          </a:prstGeom>
          <a:solidFill>
            <a:srgbClr val="0FA3B1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971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canonical, timestamped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760720" y="1737360"/>
            <a:ext cx="731520" cy="731520"/>
          </a:xfrm>
          <a:prstGeom prst="ellipse">
            <a:avLst/>
          </a:prstGeom>
          <a:solidFill>
            <a:srgbClr val="0FA3B1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details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971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form, sample values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1737360"/>
            <a:ext cx="731520" cy="731520"/>
          </a:xfrm>
          <a:prstGeom prst="ellipse">
            <a:avLst/>
          </a:prstGeom>
          <a:solidFill>
            <a:srgbClr val="0FA3B1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Score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2971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PostgreSQL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332720" y="1737360"/>
            <a:ext cx="731520" cy="731520"/>
          </a:xfrm>
          <a:prstGeom prst="ellipse">
            <a:avLst/>
          </a:prstGeom>
          <a:solidFill>
            <a:srgbClr val="0FA3B1"/>
          </a:solidFill>
          <a:ln w="6350">
            <a:solidFill>
              <a:srgbClr val="0FA3B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3327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result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2971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+ evidence + audio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outcomes from real recordings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438912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9377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clean call, 10 objection handled.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315968" y="438912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98848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4498848" y="49377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wrong rate, 03 no disclaimer, 04 email mismatch, 08 payment not muted.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83296" y="438912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66176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266176" y="49377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rate corrected, 06 life support unclear, 07 hedged rate.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 PAGE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Rescore demo: HOLD becomes APPROVED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C8423B"/>
          </a:solidFill>
          <a:ln w="6350">
            <a:solidFill>
              <a:srgbClr val="C842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828800"/>
            <a:ext cx="2231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HOLD sale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 wrong peak rate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83280" y="182880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1F3158"/>
          </a:solidFill>
          <a:ln w="6350">
            <a:solidFill>
              <a:srgbClr val="1F315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56432" y="1828800"/>
            <a:ext cx="2231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rate card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 page, audited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0B7A85"/>
          </a:solidFill>
          <a:ln w="6350">
            <a:solidFill>
              <a:srgbClr val="0B7A8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91072" y="1828800"/>
            <a:ext cx="2231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Re-score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run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052560" y="182880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2E9E6B"/>
          </a:solidFill>
          <a:ln w="6350">
            <a:solidFill>
              <a:srgbClr val="2E9E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25712" y="1828800"/>
            <a:ext cx="2414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comparison shows the change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44368" y="2377440"/>
            <a:ext cx="420624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779008" y="2377440"/>
            <a:ext cx="420624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613648" y="2377440"/>
            <a:ext cx="420624" cy="0"/>
          </a:xfrm>
          <a:prstGeom prst="line">
            <a:avLst/>
          </a:prstGeom>
          <a:noFill/>
          <a:ln w="2222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347472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6118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proves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023360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reacts to the data, not to a story. Change the authoritative rate and the same call now passes. Nothing was hand-picked.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347472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36118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true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4023360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HOLD run is untouched. Both runs remain in history, and the edit is in the audit log. Reset restores the seed data.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1F3158"/>
          </a:solidFill>
          <a:ln w="6350">
            <a:solidFill>
              <a:srgbClr val="1F31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3.12, FastAPI, Pydantic v2, SQLAlchemy 2, Alembic (migrations), pytest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82880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0B7A85"/>
          </a:solidFill>
          <a:ln w="6350">
            <a:solidFill>
              <a:srgbClr val="0B7A8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828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3317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in Docker (port 5433). SQLite for tests only.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2918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1F3158"/>
          </a:solidFill>
          <a:ln w="6350">
            <a:solidFill>
              <a:srgbClr val="1F315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91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9476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TypeScript, Vite, React Router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310896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32918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6B5BD2"/>
          </a:solidFill>
          <a:ln w="6350">
            <a:solidFill>
              <a:srgbClr val="6B5B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3291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379476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Groq: gpt-oss-120b (2 soft checks), Whisper large-v3-turbo (speech to text)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75488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0B7A85"/>
          </a:solidFill>
          <a:ln w="6350">
            <a:solidFill>
              <a:srgbClr val="0B7A8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754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audio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2578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speech synthesis (SAPI voices), stereo mixing, embedded transcript in WAV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457200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475488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2E9E6B"/>
          </a:solidFill>
          <a:ln w="6350">
            <a:solidFill>
              <a:srgbClr val="2E9E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4754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52578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260+ tests, deterministic evaluators, false-pass guard suite, scenario tests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LIMITS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verified, and what we are honest about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260+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60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46704" y="16459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46704" y="1737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11/11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483864" y="2560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calls hit the intended gate offline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6459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44768" y="1737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281928" y="2560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use an LLM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42832" y="16459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42832" y="1737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9079992" y="2560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decided by a model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5440680" cy="265176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5661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we state up front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977640"/>
            <a:ext cx="5074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speech recognition can lose decimals or merge turns on fast speech; every error we saw made the gate MORE cautious.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 audio gives UNKNOWN speakers.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free tier is rate limited.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audio generation needs Windows.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429000"/>
            <a:ext cx="5440680" cy="265176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35661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3977640"/>
            <a:ext cx="5074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Audio-level checks for mis-heard figures (second recogniser or human spot check).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roles for reviewers.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CIMET adapters for the real CRM, checklist and transcript schema.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model tier for bulk scoring.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the sale before it ships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gate, explainable evidence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by default: uncertainty goes to a human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run, override and edit is auditable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303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CIMET QA SaleGuard - Score the Sale Before It Ships</dc:title>
  <dc:subject>PptxGenJS Presentation</dc:subject>
  <dc:creator>PptxGenJS</dc:creator>
  <cp:lastModifiedBy>PptxGenJS</cp:lastModifiedBy>
  <cp:revision>1</cp:revision>
  <dcterms:created xsi:type="dcterms:W3CDTF">2026-09-19T10:46:33Z</dcterms:created>
  <dcterms:modified xsi:type="dcterms:W3CDTF">2026-09-19T10:46:33Z</dcterms:modified>
</cp:coreProperties>
</file>