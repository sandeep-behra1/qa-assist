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CIMET QA GATE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2011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Evidence-first • Deterministic gate • Auditable decisions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CIMET QA GATE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the sale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it ships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QA of sales calls with a deterministic gate.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interprets evidence; it never owns the approval decision.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18120" y="150876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ECFDF3"/>
          </a:solidFill>
          <a:ln w="19050">
            <a:solidFill>
              <a:srgbClr val="039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5087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98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0" y="150876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FEF3F2"/>
          </a:solidFill>
          <a:ln w="19050">
            <a:solidFill>
              <a:srgbClr val="D92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15087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469880" y="150876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FFF7E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69880" y="15087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5074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C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 →  Canonical transcript  →  Data-driven checks  →  Deterministic gate  →  Audit trail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5943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codebase reviewed from QA-assist-main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PROBLEM UNDERSTANDING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problem is not transcription — it is safe, repeatable approval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wrong approval is more damaging than an unnecessary escalation. That asymmetry drives the architecture.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246120" cy="20574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5856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585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DRIVER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QA does not scale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Reviewers listen to calls and compare them with CRM / rate-card data by hand. It is slow, inconsistent and hard to reproduce.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2057400"/>
            <a:ext cx="3246120" cy="2057400"/>
          </a:xfrm>
          <a:prstGeom prst="roundRect">
            <a:avLst>
              <a:gd name="adj" fmla="val 5333"/>
            </a:avLst>
          </a:prstGeom>
          <a:solidFill>
            <a:srgbClr val="F4F3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25856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2585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DRIVER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pure LLM verdict is unsafe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43400" y="312724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AI said pass” is not a defensible compliance control. Models can be persuasive, non-repeatable and wrong.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26680" y="2057400"/>
            <a:ext cx="3246120" cy="2057400"/>
          </a:xfrm>
          <a:prstGeom prst="roundRect">
            <a:avLst>
              <a:gd name="adj" fmla="val 5333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225856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22585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DRIVER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0956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False-pass cost is asymmetric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09560" y="312724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missed critical disclosure or wrong rate can create customer and compliance harm. A false escalation mainly costs reviewer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4617720"/>
            <a:ext cx="937260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4818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objective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73659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unsure out loud rather than confidently wrong.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43200" y="5148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 routes to a human; it never silently becomes APPROVED.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SOLUTION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evidence extraction from the business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intentionally split so no model can directly turn a weak interpretation into an approval.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40487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4048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31821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 + CRM + rate card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87168" y="3154680"/>
            <a:ext cx="329184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52928" y="224028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40487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4048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99232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9232" y="31821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Rule-specific deterministic / semantic checks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91456" y="3154680"/>
            <a:ext cx="329184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57216" y="224028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40487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4048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31821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rows with segment + timestamp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95744" y="3154680"/>
            <a:ext cx="329184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61504" y="224028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40487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24048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07808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07808" y="31821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Plain-code gate policy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400032" y="3154680"/>
            <a:ext cx="329184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65792" y="224028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12096" y="240487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12096" y="24048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12096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12096" y="31821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Versioning + overrides + audit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2960" y="4709160"/>
            <a:ext cx="10561320" cy="1005840"/>
          </a:xfrm>
          <a:prstGeom prst="roundRect">
            <a:avLst>
              <a:gd name="adj" fmla="val 10909"/>
            </a:avLst>
          </a:prstGeom>
          <a:solidFill>
            <a:srgbClr val="E6FF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49011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ideology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31720" y="48280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interpret evidence. Policy decides what that evidence means for approval.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END-TO-END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call audio to a reviewable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automated result remains traceable back to the authoritative record and the exact moment in the call.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441448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audio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" y="3044952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 / stored file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47672" y="2953512"/>
            <a:ext cx="128016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224028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4F3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244144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58568" y="3044952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 Whisper / demo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30752" y="2953512"/>
            <a:ext cx="128016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224028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E6FFF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2441448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41648" y="3044952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+ time + text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50992" y="2953512"/>
            <a:ext cx="128016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52160" y="224028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244144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61888" y="30449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retailer + vertical + date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25512" y="2953512"/>
            <a:ext cx="128016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26680" y="224028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36408" y="2441448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36408" y="3044952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→ extract → validate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54312" y="2953512"/>
            <a:ext cx="128016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55480" y="224028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65208" y="244144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65208" y="30449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/ HOLD / REVIEW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425196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4622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" y="475488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• calls • transcripts • checklist versions • runs • results • evidence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26280" y="425196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44622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90872" y="475488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additive override; original machine status stays visible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21040" y="425196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44622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85632" y="475488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• what • when across scoring, review and demo-data changes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layered application with a narrow AI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follows API → services → repositories → database; business logic stays out of routes and SQL stays in repositories.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7498080" cy="6583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756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18 + TypeScript + Vite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46120" y="207568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• Leads • QA Review • Configuration • Demo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7498080" cy="658368"/>
          </a:xfrm>
          <a:prstGeom prst="roundRect">
            <a:avLst>
              <a:gd name="adj" fmla="val 16667"/>
            </a:avLst>
          </a:prstGeom>
          <a:solidFill>
            <a:srgbClr val="F4F3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9864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Pydantic v2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46120" y="28986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Routes, validation, DTO mapping, API boundary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611880"/>
            <a:ext cx="7498080" cy="1143000"/>
          </a:xfrm>
          <a:prstGeom prst="roundRect">
            <a:avLst>
              <a:gd name="adj" fmla="val 9600"/>
            </a:avLst>
          </a:prstGeom>
          <a:solidFill>
            <a:srgbClr val="E6FFF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2160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372160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 • normalization • evidence • rules • scoring • gate • review • audit • storage • transcription • LLM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919472"/>
            <a:ext cx="7498080" cy="658368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292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Repositories + SQLAlchemy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50292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layer that talks SQL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5742432"/>
            <a:ext cx="7498080" cy="621792"/>
          </a:xfrm>
          <a:prstGeom prst="roundRect">
            <a:avLst>
              <a:gd name="adj" fmla="val 17647"/>
            </a:avLst>
          </a:prstGeom>
          <a:solidFill>
            <a:srgbClr val="EEF2F6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8521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16 + Alembic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6120" y="58521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domain model + date-effective policy + immutable history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12480" y="1965960"/>
            <a:ext cx="3154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22128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/ replaceable seams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41080" y="26700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97112" y="267004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 Whisper large-v3-turbo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41080" y="31272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97112" y="312724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OpenAI-compatible LLM interpreter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41080" y="35844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97112" y="358444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FileStorage: local now, S3-ready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4526280"/>
            <a:ext cx="315468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4736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layering matters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41080" y="51663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97112" y="516636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Testable boundaries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41080" y="5532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97112" y="55321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vendors without rewriting policy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41080" y="58978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97112" y="58978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business logic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DATABASE-FIRST POLICY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database is not just storage — it is the policy and governance backbone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Rules, effective dates, authoritative values and scoring history must survive code deployments and remain explainable later.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2057400" cy="224028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identity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Retailer + vertical + 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80360" y="2057400"/>
            <a:ext cx="2240280" cy="2240280"/>
          </a:xfrm>
          <a:prstGeom prst="roundRect">
            <a:avLst>
              <a:gd name="adj" fmla="val 4898"/>
            </a:avLst>
          </a:prstGeom>
          <a:solidFill>
            <a:srgbClr val="E6FFF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ChecklistVersion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44952" y="278892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→ PUBLISHED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Effective-from / effective-to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versions immutable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77840" y="2057400"/>
            <a:ext cx="2057400" cy="2240280"/>
          </a:xfrm>
          <a:prstGeom prst="roundRect">
            <a:avLst>
              <a:gd name="adj" fmla="val 5333"/>
            </a:avLst>
          </a:prstGeom>
          <a:solidFill>
            <a:srgbClr val="F4F3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CheckDefinition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742432" y="27889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• source • expected field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• blocking • weight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applicability • evaluator config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49640" y="2057400"/>
            <a:ext cx="2057400" cy="224028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history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14232" y="27889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→ CheckResult → Evidence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HumanOverride + AuditEvent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decisions never overwritten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651760" y="3182112"/>
            <a:ext cx="18288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3182112"/>
            <a:ext cx="33832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28432" y="3182112"/>
            <a:ext cx="448056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4709160"/>
            <a:ext cx="10561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919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scalability idea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4818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retailer rule should usually be data, not a redeployment.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743200" y="52303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selects an evaluator; the row supplies the rule, source, config, criticality and applicability.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CORE CHECKLIST LOGIC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check is a configured decision contract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engine does not hard-code “rate check” or “email check” branches into the gate. It reads what the rule says to evaluate and how it should behave.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10972800" cy="6583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75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Applicability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97480" y="20756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this rule run for this lead?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74920" y="20756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 fuel_type = ELECTRICITY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0" y="20574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NOT_APPLICABLE if condition does not match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10972800" cy="658368"/>
          </a:xfrm>
          <a:prstGeom prst="roundRect">
            <a:avLst>
              <a:gd name="adj" fmla="val 16667"/>
            </a:avLst>
          </a:prstGeom>
          <a:solidFill>
            <a:srgbClr val="E6FFF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98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Evaluation method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8986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evaluator owns the check?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28986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/ EMAIL / DATE / IDENTIFIER / BOOLEAN / NORMALIZED_TEXT / BEHAVIOUR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0" y="2880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through registry; not LLM fallback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611880"/>
            <a:ext cx="10972800" cy="658368"/>
          </a:xfrm>
          <a:prstGeom prst="roundRect">
            <a:avLst>
              <a:gd name="adj" fmla="val 16667"/>
            </a:avLst>
          </a:prstGeom>
          <a:solidFill>
            <a:srgbClr val="F4F3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7216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Expected source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37216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authoritative?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74920" y="37216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lead.email • RATE_CARD.peak_rate • CRM attribute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37033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speech is compared with system-of-record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434840"/>
            <a:ext cx="10972800" cy="658368"/>
          </a:xfrm>
          <a:prstGeom prst="roundRect">
            <a:avLst>
              <a:gd name="adj" fmla="val 16667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544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Criticality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97480" y="4544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serious is failure?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74920" y="45445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= true / false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55280" y="45262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FAIL → HOLD; critical UNCERTAIN → review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5257800"/>
            <a:ext cx="10972800" cy="658368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5367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Blocking behavior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97480" y="53675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non-critical failure block?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74920" y="53675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BLOCKING / NON_BLOCKING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55280" y="53492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Lets policy distinguish coaching from stopping conditions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EVIDENCE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→ extract → validate before deciding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evaluator must be able to show where it looked, what it read and why the evidence is valid.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3172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candidate transcript segments using evidence source + keywords.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75888" y="2999232"/>
            <a:ext cx="50292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214884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6FFF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33172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3317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34840" y="31272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messy spoken forms into canonical values: numbers, dates, emails, IDs, booleans.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96328" y="2999232"/>
            <a:ext cx="50292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214884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F4F3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233172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7F56D9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3317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55280" y="31272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cited segment IDs belong to the real transcript before persisting evidence.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5840" y="4434840"/>
            <a:ext cx="101498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6451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evidence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458114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version • observed value • expected value • transcript + segment ID • speaker • quote • start/end time • extraction method • reason • confidence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51023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can click the quote, highlight the segment and seek the audio to the exact timestamp.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DETERMINISTIC GATE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short, readable policy ladder owns the final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gate receives already-computed statuses. It cannot call an LLM because its inputs and outputs are enums.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70532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7053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applicable check did not complete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32520" y="1970532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19705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532888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628900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2890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2606040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critical check = FAIL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32520" y="26289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EF3F2"/>
          </a:solidFill>
          <a:ln w="12700">
            <a:solidFill>
              <a:srgbClr val="FEF3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26289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191256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3287268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2872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3264408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critical check = UNCERTAIN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732520" y="3287268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32872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849624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3945636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9456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392277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applicable check has no terminal status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732520" y="3945636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394563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507992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" y="4604004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6040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17320" y="4581144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Blocking non-critical check = FAIL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732520" y="4604004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EF3F2"/>
          </a:solidFill>
          <a:ln w="12700">
            <a:solidFill>
              <a:srgbClr val="FEF3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46040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516636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" y="5262372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039855"/>
          </a:solidFill>
          <a:ln w="12700">
            <a:solidFill>
              <a:srgbClr val="0398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2623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17320" y="5239512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Otherwise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732520" y="5262372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526237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8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0" y="5989320"/>
            <a:ext cx="8412480" cy="457200"/>
          </a:xfrm>
          <a:prstGeom prst="roundRect">
            <a:avLst>
              <a:gd name="adj" fmla="val 24000"/>
            </a:avLst>
          </a:prstGeom>
          <a:solidFill>
            <a:srgbClr val="E6FF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65960" y="607161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score is separate: even a 94.1% run can still be HOLD if the failed item is critical.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AI BOUNDARY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LLM only where the answer is genuinely interpretive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seeded checklist, every critical check is deterministic. The model is used for two non-critical coaching signals.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ECFDF3"/>
          </a:solidFill>
          <a:ln w="12700">
            <a:solidFill>
              <a:srgbClr val="039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398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7432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2144" y="274320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disclosures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31546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315468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/ DOB / address / NMI / MIRN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" y="356616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Rates / supply charge / dates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39776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397764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Boolean facts such as life support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4389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2144" y="438912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 air + interruptions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01168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F4F3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INTERPRETER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65392" y="276148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21424" y="276148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65392" y="32004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1424" y="320040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Objection handling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65392" y="37307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only structured decision + coarse confidence + evidence segment IDs + reason.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65392" y="459943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cannot rescue a deterministic FAIL or UNCERTAIN.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5669280"/>
            <a:ext cx="3520440" cy="310896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56692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approvals decided by a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HALLUCINATION CONTROLS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Conservative rules convert ambiguity into UNCERTAIN, not PASS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protection comes from narrowing the model’s authority and strengthening deterministic normalization.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21408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2140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0756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boundaries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207568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“peak rate” must not match inside “off-peak rate”.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2121408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212140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03720" y="20756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 required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207568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Numbers need cents / $ / kWh context; casual words are not coerced into rates.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355848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35584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33101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Hedged values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331012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“around 33” or “between 33 and 34” becomes UNCERTAIN.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20040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3355848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335584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33101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Conflicts escalate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331012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values in one call do not silently choose the first one.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43484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4590288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590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80160" y="45445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authority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88920" y="454456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expected CRM/rate-card value is missing, comparison cannot PASS.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443484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4590288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45902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45445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validation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0" y="454456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evidence segment IDs must exist in the transcript provided to it.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43200" y="5897880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Principle: ambiguity increases review, not confidence.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UI RATIONALE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is a reviewer cockpit, not an AI chat interface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reviewer needs decision context, evidence and actions in one place with minimal interpretation.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Outcome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status and triggering checks are immediately visible. The reviewer should know why the sale stopped before reading everything.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196596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Evidence beside result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90288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check card shows observed vs expected, reason and quoted transcript lines. This reduces context switching and “trust me” outputs.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11312" y="196596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E6FFF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Audio + transcript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timestamps let the reviewer jump to the exact call moment and verify the machine result quickly.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87168" y="461772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Explicit override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70048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Overrides require reason codes + notes; machine status is preserved.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61772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4F3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LLM is visibly labelled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Interpretive checks can be distinguished from deterministic checks.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•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rules + immutable runs + additive overrides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 answer not only “what is the result?” but “what rules were in force, what did the machine decide then, and what changed later?”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37360" cy="150876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policy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8529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v3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87168" y="2907792"/>
            <a:ext cx="36576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2148840"/>
            <a:ext cx="1737360" cy="1508760"/>
          </a:xfrm>
          <a:prstGeom prst="roundRect">
            <a:avLst>
              <a:gd name="adj" fmla="val 7273"/>
            </a:avLst>
          </a:prstGeom>
          <a:solidFill>
            <a:srgbClr val="E6FFF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2395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35808" y="28529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effective_from date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81728" y="2907792"/>
            <a:ext cx="36576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2148840"/>
            <a:ext cx="1737360" cy="1508760"/>
          </a:xfrm>
          <a:prstGeom prst="roundRect">
            <a:avLst>
              <a:gd name="adj" fmla="val 7273"/>
            </a:avLst>
          </a:prstGeom>
          <a:solidFill>
            <a:srgbClr val="F4F3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2395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 scoring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30368" y="28529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call_date resolves exact published version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76288" y="2907792"/>
            <a:ext cx="36576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0" y="2148840"/>
            <a:ext cx="1737360" cy="150876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928" y="2395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24928" y="28529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ScoringRun; old run untouched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70848" y="2907792"/>
            <a:ext cx="36576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09760" y="2148840"/>
            <a:ext cx="1737360" cy="1508760"/>
          </a:xfrm>
          <a:prstGeom prst="roundRect">
            <a:avLst>
              <a:gd name="adj" fmla="val 7273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9488" y="2395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override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19488" y="28529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override row; original status remains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188720" y="4434840"/>
            <a:ext cx="982980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4645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 is a product feature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49040" y="459943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AuditEvent records who / what / when across scoring, transcription, review and controlled demo-data changes.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5029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what lets the system be explained months later rather than only while the current code is running.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• WHAT THE DEMO PROVES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authoritative data, re-score, and watch the policy react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demonstration is not a pre-baked green result; it is showing that the same call changes only when its authoritative context changes.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423160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4231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" y="281635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HOLD sale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" y="329184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peak rate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87168" y="3182112"/>
            <a:ext cx="2743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16352" y="224028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80944" y="2423160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24231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80944" y="281635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demo rate card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80944" y="329184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Audited change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3182112"/>
            <a:ext cx="2743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9784" y="224028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94376" y="2423160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4376" y="24231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94376" y="281635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Re-score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94376" y="329184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immutable run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14032" y="3182112"/>
            <a:ext cx="2743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43216" y="224028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423160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24231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07808" y="281635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runs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07808" y="329184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HOLD remains visible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427464" y="3182112"/>
            <a:ext cx="2743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56648" y="224028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21240" y="2423160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1240" y="24231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21240" y="281635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APPROVED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21240" y="329184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truth changed, not because AI was persuaded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143000" y="4800600"/>
            <a:ext cx="9921240" cy="960120"/>
          </a:xfrm>
          <a:prstGeom prst="roundRect">
            <a:avLst>
              <a:gd name="adj" fmla="val 11429"/>
            </a:avLst>
          </a:prstGeom>
          <a:solidFill>
            <a:srgbClr val="E6FF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5010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proves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88920" y="4919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gate reacts to versioned data and explicit rules — not to a story we tell the model.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• ENGINEERING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supports the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in the presentation map to concrete modules, models and tests in the stable ZIP.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762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functions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9626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backend/tests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1762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11880" y="2651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29626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including gate / LLM boundary / scenarios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196596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762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46520" y="2651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coaching checks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9626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 + objection handling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0" y="196596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21762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81160" y="2651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owner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9626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services/gate/policy.py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3794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backend/app/services/gate/policy.py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3794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backend/app/models/checklist.py + services/rules/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4526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services/evidence/locator.py → extractors.py → validator.py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4526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4526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services/scoring/engine.py + registry.py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5257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+ audit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20" y="52578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services/review/ + services/audit/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5257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reviewer UX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80960" y="52578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frontend/src/pages/QAReview.tsx + CheckCard / AudioPlayer / TranscriptPanel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• LIMITS AND 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clear about what is production-ready and what remains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Credibility increases when limitations are explicit and the architecture already has seams for improvement.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limitations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52144" y="27889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ASR can lose decimals or merge fast turns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52144" y="32461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 audio cannot reliably identify speakers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37033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52144" y="37033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model tiers can be rate-limited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41605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52144" y="41605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audio generation has Windows-specific tooling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" y="46177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52144" y="46177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/ reviewer roles are not yet complete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20116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2677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production steps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19672" y="27889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75704" y="27889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recognizer / human spot check for critical figures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9672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75704" y="32461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+ reviewer RBAC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19672" y="37033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75704" y="37033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CIMET adapters for real CRM / checklist / transcript schemas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19672" y="41605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775704" y="41605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S3-backed audio storage through existing abstraction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9672" y="46177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75704" y="461772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monitoring and paid provider capacity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• HOW TO PRESENT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90-second story judges can follow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order: risk → design principle → workflow → proof. Do not begin with model names.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7280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sec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46120" y="2029968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“Phone-sale QA is a high-cost false-pass problem. Manual review does not scale, and an LLM-only verdict is not defensible.”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972800" cy="758952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20–40 sec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3044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990088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“So we separated evidence interpretation from approval. Uncertainty escalates; it never auto-passes.”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097280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005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40–65 sec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4005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950208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“Rules are versioned data. Evaluators produce evidence. A deterministic gate maps statuses to APPROVED, HOLD or HUMAN REVIEW.”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72800" cy="758952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965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65–90 sec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4965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4910328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“I’ll show the exact evidence, change an authoritative rate, re-score, and preserve both runs. That proves the decision follows data and policy.”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920240" y="5925312"/>
            <a:ext cx="8412480" cy="438912"/>
          </a:xfrm>
          <a:prstGeom prst="roundRect">
            <a:avLst>
              <a:gd name="adj" fmla="val 25000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59984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 to remember: “The model reads evidence; policy owns the decision.”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• JUDGE Q&amp;A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questions and short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with the design objective first, then the mechanism.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56232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9339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let the LLM score everything?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58952" y="2331720"/>
            <a:ext cx="4864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critical checks have exact answers. Deterministic comparisons are repeatable, testable and auditable; the LLM is reserved for judgement where no exact answer exists.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6217920" y="1856232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99339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PostgreSQL instead of config files?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382512" y="2331720"/>
            <a:ext cx="4864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are business policy with effective dates, publishing, relationships, audit history and multi-retailer data. They need transactional integrity and queryable history, not scattered files.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594360" y="3255264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39242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if transcription is wrong?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58952" y="3730752"/>
            <a:ext cx="4864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ambiguity becomes UNCERTAIN / HUMAN REVIEW. Evidence timestamps let a reviewer verify audio, and an override records the correction without deleting the machine result.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217920" y="3255264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339242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QA score separate from the gate?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382512" y="3730752"/>
            <a:ext cx="4864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weighted average can hide one severe failure. Compliance approval is categorical: one critical wrong rate can block a 94% call.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594360" y="4654296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791456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 RAG?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58952" y="5129784"/>
            <a:ext cx="4864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problem mainly uses structured authoritative data and exact transcript evidence. Retrieval from an unbounded document corpus would add complexity without improving the core decision path.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6217920" y="4654296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4791456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you add a new rule?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382512" y="5129784"/>
            <a:ext cx="4864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draft checklist version, add a CheckDefinition row with method/source/config/applicability, test it, and publish with an effective date. Published history stays frozen.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reads evidence.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owns the decision.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1546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gate  •  Versioned rules  •  Evidence-backed results  •  Human control  •  Full audit trail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892040" y="4709160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47091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CIMET QA Gate — Evidence-First Sales QA</dc:title>
  <dc:subject>CIMET QA Gate architecture and presentation defense</dc:subject>
  <dc:creator>OpenAI</dc:creator>
  <cp:lastModifiedBy>OpenAI</cp:lastModifiedBy>
  <cp:revision>1</cp:revision>
  <dcterms:created xsi:type="dcterms:W3CDTF">2026-09-19T10:44:40Z</dcterms:created>
  <dcterms:modified xsi:type="dcterms:W3CDTF">2026-09-19T10:44:40Z</dcterms:modified>
</cp:coreProperties>
</file>